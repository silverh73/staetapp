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eddit.com/r/rusAskReddit/s/6shHStjkOb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ru-RU" altLang="ru-RU"/>
              <a:t>Идеи для стартапа</a:t>
            </a:r>
            <a:endParaRPr lang="ru-RU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Приложение поиску напарника в играх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Основные идеи</a:t>
            </a:r>
            <a:endParaRPr lang="ru-RU" altLang="en-US"/>
          </a:p>
          <a:p>
            <a:pPr indent="457200"/>
            <a:r>
              <a:rPr lang="ru-RU" altLang="en-US"/>
              <a:t>1)Объеденить все игровые библиотеки (</a:t>
            </a:r>
            <a:r>
              <a:rPr lang="en-US" altLang="en-US"/>
              <a:t>PS, Xbox, Steam </a:t>
            </a:r>
            <a:r>
              <a:rPr lang="ru-RU" altLang="en-US"/>
              <a:t>и тд) в 1 месте для коллекции и удобсва поиска общих игр</a:t>
            </a:r>
            <a:endParaRPr lang="ru-RU" altLang="en-US"/>
          </a:p>
          <a:p>
            <a:pPr indent="457200"/>
            <a:r>
              <a:rPr lang="ru-RU" altLang="en-US"/>
              <a:t>2)Рекомендавать похожие игры, с помощью тегов</a:t>
            </a:r>
            <a:r>
              <a:rPr lang="en-US" altLang="ru-RU"/>
              <a:t>\Ai</a:t>
            </a:r>
            <a:endParaRPr lang="en-US" altLang="ru-RU"/>
          </a:p>
          <a:p>
            <a:pPr indent="457200" algn="just"/>
            <a:r>
              <a:rPr lang="en-US" altLang="ru-RU"/>
              <a:t>3)</a:t>
            </a:r>
            <a:r>
              <a:rPr lang="ru-RU" altLang="ru-RU"/>
              <a:t>Поиск напарника для всех игр в 1 месте, через заявки</a:t>
            </a:r>
            <a:endParaRPr lang="ru-RU" altLang="ru-RU"/>
          </a:p>
          <a:p>
            <a:pPr indent="457200" algn="l"/>
            <a:r>
              <a:rPr lang="ru-RU" altLang="ru-RU"/>
              <a:t>4) Монетизация - подписка для выведения в топ по заявкам\реклама игровой тематики (</a:t>
            </a:r>
            <a:r>
              <a:rPr lang="en-US" altLang="ru-RU"/>
              <a:t>Kupikod, Zone 51)</a:t>
            </a:r>
            <a:endParaRPr lang="en-US" altLang="ru-RU"/>
          </a:p>
          <a:p>
            <a:pPr indent="457200" algn="l"/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Анализ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ru-RU" altLang="en-US" sz="2000" b="1"/>
              <a:t>Конкуренты</a:t>
            </a:r>
            <a:r>
              <a:rPr lang="en-US" altLang="en-US" sz="2000" b="1"/>
              <a:t>: </a:t>
            </a:r>
            <a:endParaRPr lang="en-US" altLang="en-US" sz="2000" b="1"/>
          </a:p>
          <a:p>
            <a:pPr lvl="1"/>
            <a:r>
              <a:rPr lang="en-US" altLang="en-US" sz="2000"/>
              <a:t>Steam </a:t>
            </a:r>
            <a:r>
              <a:rPr lang="ru-RU" altLang="en-US" sz="2000"/>
              <a:t>- имеет возоможность отображать похожие игры</a:t>
            </a:r>
            <a:endParaRPr lang="ru-RU" altLang="en-US" sz="2000"/>
          </a:p>
          <a:p>
            <a:pPr lvl="1"/>
            <a:r>
              <a:rPr lang="en-US" altLang="en-US" sz="2000"/>
              <a:t>Discord </a:t>
            </a:r>
            <a:r>
              <a:rPr lang="ru-RU" altLang="en-US" sz="2000"/>
              <a:t>- есть сервера по играм где можно подобрать напарника (но узко направленные, обычно по 1 игре)</a:t>
            </a:r>
            <a:endParaRPr lang="ru-RU" altLang="en-US" sz="2000"/>
          </a:p>
          <a:p>
            <a:pPr lvl="1"/>
            <a:r>
              <a:rPr lang="ru-RU" altLang="en-US" sz="2000"/>
              <a:t>Сайты для напарника на час - возможность играть с парнем\девушкой, но обычно по 1 игре и платно</a:t>
            </a:r>
            <a:endParaRPr lang="ru-RU" altLang="en-US" sz="2000"/>
          </a:p>
          <a:p>
            <a:r>
              <a:rPr lang="ru-RU" altLang="en-US" sz="2000" b="1"/>
              <a:t>Тренды</a:t>
            </a:r>
            <a:r>
              <a:rPr lang="en-US" altLang="en-US" sz="2000" b="1"/>
              <a:t>:</a:t>
            </a:r>
            <a:endParaRPr lang="en-US" altLang="en-US" sz="2000" b="1"/>
          </a:p>
          <a:p>
            <a:r>
              <a:rPr lang="ru-RU" altLang="en-US" sz="2000"/>
              <a:t>Компании все больше идут в сторону многопользовательских игр, или игр на не большую  компанию, и найти напарника для них становится не тривиальной задачей если друзья не разделят твой интерес</a:t>
            </a:r>
            <a:endParaRPr lang="ru-RU" altLang="en-US" sz="2000"/>
          </a:p>
          <a:p>
            <a:r>
              <a:rPr lang="ru-RU" altLang="en-US" sz="2000" b="1"/>
              <a:t>Спрос</a:t>
            </a:r>
            <a:r>
              <a:rPr lang="en-US" altLang="en-US" sz="2000" b="1"/>
              <a:t>:</a:t>
            </a:r>
            <a:endParaRPr lang="ru-RU" altLang="en-US" sz="2000" b="1"/>
          </a:p>
          <a:p>
            <a:r>
              <a:rPr lang="ru-RU" altLang="en-US" sz="2000"/>
              <a:t> По информации с </a:t>
            </a:r>
            <a:r>
              <a:rPr lang="en-US" altLang="en-US" sz="2000"/>
              <a:t>Яндекс</a:t>
            </a:r>
            <a:r>
              <a:rPr lang="en-US" altLang="ru-RU" sz="2000"/>
              <a:t> </a:t>
            </a:r>
            <a:r>
              <a:rPr lang="en-US" altLang="en-US" sz="2000"/>
              <a:t>Вордста</a:t>
            </a:r>
            <a:r>
              <a:rPr lang="ru-RU" altLang="en-US" sz="2000"/>
              <a:t>т слова Тиммейт в среднем ищут по 30 000 в месяц, а Поиск тиммейта\напарника - 12 000, в приростом 50% в новогодние празники и первые месяца лета</a:t>
            </a:r>
            <a:br>
              <a:rPr lang="ru-RU" altLang="en-US" sz="2000"/>
            </a:br>
            <a:br>
              <a:rPr lang="ru-RU" altLang="en-US" sz="2000"/>
            </a:br>
            <a:r>
              <a:rPr lang="ru-RU" altLang="en-US" sz="2000" b="1"/>
              <a:t>Опрос</a:t>
            </a:r>
            <a:r>
              <a:rPr lang="en-US" altLang="ru-RU" sz="2000" b="1"/>
              <a:t>: </a:t>
            </a:r>
            <a:r>
              <a:rPr lang="en-US" altLang="ru-RU" sz="2000">
                <a:hlinkClick r:id="rId1" tooltip="" action="ppaction://hlinkfile"/>
              </a:rPr>
              <a:t>https://www.reddit.com/r/rusAskReddit/s/6shHStjkOb</a:t>
            </a:r>
            <a:r>
              <a:rPr lang="en-US" altLang="ru-RU" sz="2000"/>
              <a:t> - </a:t>
            </a:r>
            <a:r>
              <a:rPr lang="ru-RU" altLang="ru-RU" sz="2000"/>
              <a:t>Люди хотят играть не в одиночку, но сейчас нет подходящего сервиса для поиска тимейтов.</a:t>
            </a:r>
            <a:endParaRPr lang="ru-RU" altLang="ru-RU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Озучка книг ИИ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Основные идеи</a:t>
            </a:r>
            <a:r>
              <a:rPr lang="en-US" altLang="en-US"/>
              <a:t>:</a:t>
            </a:r>
            <a:endParaRPr lang="ru-RU" altLang="en-US"/>
          </a:p>
          <a:p>
            <a:pPr indent="457200"/>
            <a:r>
              <a:rPr lang="ru-RU" altLang="en-US"/>
              <a:t>1) Озвучка книг с помощью </a:t>
            </a:r>
            <a:r>
              <a:rPr lang="en-US" altLang="en-US"/>
              <a:t>Ai</a:t>
            </a:r>
            <a:r>
              <a:rPr lang="ru-RU" altLang="en-US"/>
              <a:t>, которые есть только в текстовом формате</a:t>
            </a:r>
            <a:endParaRPr lang="ru-RU" altLang="en-US"/>
          </a:p>
          <a:p>
            <a:pPr indent="457200"/>
            <a:r>
              <a:rPr lang="ru-RU" altLang="en-US"/>
              <a:t>2) Возможность использовать известные голоса, тк это ещё законно</a:t>
            </a:r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Анализ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ru-RU" altLang="en-US" sz="2000" b="1"/>
              <a:t>Конкуренты</a:t>
            </a:r>
            <a:r>
              <a:rPr lang="en-US" altLang="en-US" sz="2000" b="1"/>
              <a:t>: </a:t>
            </a:r>
            <a:endParaRPr lang="en-US" altLang="en-US" sz="2000" b="1"/>
          </a:p>
          <a:p>
            <a:pPr indent="457200"/>
            <a:r>
              <a:rPr lang="en-US" altLang="en-US" sz="2000"/>
              <a:t>liters, MyBook </a:t>
            </a:r>
            <a:r>
              <a:rPr lang="ru-RU" altLang="en-US" sz="2000"/>
              <a:t>и тд, но у них есть множество книг не переведённых в аудио</a:t>
            </a:r>
            <a:endParaRPr lang="en-US" altLang="en-US" sz="2000" b="1"/>
          </a:p>
          <a:p>
            <a:r>
              <a:rPr lang="ru-RU" altLang="en-US" sz="2000" b="1"/>
              <a:t>Тренды</a:t>
            </a:r>
            <a:r>
              <a:rPr lang="en-US" altLang="en-US" sz="2000" b="1"/>
              <a:t>:</a:t>
            </a:r>
            <a:endParaRPr lang="en-US" altLang="en-US" sz="2000" b="1"/>
          </a:p>
          <a:p>
            <a:r>
              <a:rPr lang="ru-RU" altLang="en-US" sz="2000"/>
              <a:t>ИИ озвучка становится лучше и лучше, уже многие игры заимели нейронную озвучку, и люди с радостью её используют, а всё более и более быстрый темп жизни не даёт достаточно времени для прочтения книг</a:t>
            </a:r>
            <a:endParaRPr lang="ru-RU" altLang="en-US" sz="2000"/>
          </a:p>
          <a:p>
            <a:r>
              <a:rPr lang="ru-RU" altLang="en-US" sz="2000" b="1"/>
              <a:t>Спрос</a:t>
            </a:r>
            <a:r>
              <a:rPr lang="en-US" altLang="en-US" sz="2000" b="1"/>
              <a:t>:</a:t>
            </a:r>
            <a:endParaRPr lang="ru-RU" altLang="en-US" sz="2000" b="1"/>
          </a:p>
          <a:p>
            <a:r>
              <a:rPr lang="ru-RU" altLang="en-US" sz="2000"/>
              <a:t> По информации с </a:t>
            </a:r>
            <a:r>
              <a:rPr lang="en-US" altLang="en-US" sz="2000"/>
              <a:t>Яндекс</a:t>
            </a:r>
            <a:r>
              <a:rPr lang="en-US" altLang="ru-RU" sz="2000"/>
              <a:t> </a:t>
            </a:r>
            <a:r>
              <a:rPr lang="en-US" altLang="en-US" sz="2000"/>
              <a:t>Вордста</a:t>
            </a:r>
            <a:r>
              <a:rPr lang="ru-RU" altLang="en-US" sz="2000"/>
              <a:t>т слова аудиокнига ищут по 8 000 000</a:t>
            </a:r>
            <a:endParaRPr lang="ru-RU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/>
              <a:t>AI-</a:t>
            </a:r>
            <a:r>
              <a:rPr lang="en-US" altLang="en-US"/>
              <a:t>финансовый</a:t>
            </a:r>
            <a:r>
              <a:rPr lang="en-US" altLang="ru-RU"/>
              <a:t> </a:t>
            </a:r>
            <a:r>
              <a:rPr lang="en-US" altLang="en-US"/>
              <a:t>советник</a:t>
            </a:r>
            <a:r>
              <a:rPr lang="en-US" altLang="ru-RU"/>
              <a:t> 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Основные идеи</a:t>
            </a:r>
            <a:r>
              <a:rPr lang="en-US" altLang="en-US"/>
              <a:t>:</a:t>
            </a:r>
            <a:endParaRPr lang="ru-RU" altLang="en-US"/>
          </a:p>
          <a:p>
            <a:pPr indent="457200"/>
            <a:r>
              <a:rPr lang="ru-RU" altLang="en-US"/>
              <a:t>1) </a:t>
            </a:r>
            <a:r>
              <a:rPr lang="ru-RU"/>
              <a:t>Советы по расходам, исходя из поступления денег и категорий расходов</a:t>
            </a:r>
            <a:endParaRPr lang="ru-RU" altLang="en-US"/>
          </a:p>
          <a:p>
            <a:pPr indent="457200"/>
            <a:r>
              <a:rPr lang="ru-RU" altLang="en-US"/>
              <a:t>2) Возможность вбить в календарь важные даты, на которые стоит подкопить</a:t>
            </a:r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Анализ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ru-RU" altLang="en-US" sz="2000" b="1"/>
              <a:t>Конкуренты</a:t>
            </a:r>
            <a:r>
              <a:rPr lang="en-US" altLang="en-US" sz="2000" b="1"/>
              <a:t>: </a:t>
            </a:r>
            <a:endParaRPr lang="en-US" altLang="en-US" sz="2000" b="1"/>
          </a:p>
          <a:p>
            <a:r>
              <a:rPr lang="ru-RU" sz="2000"/>
              <a:t>Приложения банков где есть категории трат</a:t>
            </a:r>
            <a:br>
              <a:rPr lang="ru-RU" sz="2000"/>
            </a:br>
            <a:r>
              <a:rPr lang="ru-RU" altLang="en-US" sz="2000" b="1"/>
              <a:t>Тренды</a:t>
            </a:r>
            <a:r>
              <a:rPr lang="en-US" altLang="en-US" sz="2000" b="1"/>
              <a:t>:</a:t>
            </a:r>
            <a:endParaRPr lang="en-US" altLang="en-US" sz="2000" b="1"/>
          </a:p>
          <a:p>
            <a:r>
              <a:rPr lang="en-US" altLang="ru-RU" sz="2000"/>
              <a:t>“</a:t>
            </a:r>
            <a:r>
              <a:rPr lang="ru-RU" altLang="en-US" sz="2000"/>
              <a:t>Многие люди думают, что не умеют зарабатывать, хотя на самом деле они не умеют тратить.</a:t>
            </a:r>
            <a:r>
              <a:rPr lang="en-US" altLang="en-US" sz="2000"/>
              <a:t>” - </a:t>
            </a:r>
            <a:r>
              <a:rPr lang="ru-RU" altLang="en-US" sz="2000"/>
              <a:t>Френк Кларк</a:t>
            </a:r>
            <a:br>
              <a:rPr lang="ru-RU" altLang="en-US" sz="2000"/>
            </a:br>
            <a:r>
              <a:rPr lang="ru-RU" altLang="en-US" sz="2000"/>
              <a:t>Но не каждый может позволить себе личного подчинённого, чего не скажешь о приложении с ИИ советником</a:t>
            </a:r>
            <a:endParaRPr lang="en-US" altLang="en-US" sz="2000"/>
          </a:p>
          <a:p>
            <a:r>
              <a:rPr lang="ru-RU" altLang="en-US" sz="2000" b="1"/>
              <a:t>Спрос</a:t>
            </a:r>
            <a:r>
              <a:rPr lang="en-US" altLang="en-US" sz="2000" b="1"/>
              <a:t>:</a:t>
            </a:r>
            <a:endParaRPr lang="ru-RU" altLang="en-US" sz="2000" b="1"/>
          </a:p>
          <a:p>
            <a:r>
              <a:rPr lang="ru-RU" altLang="en-US" sz="2000"/>
              <a:t> По информации с </a:t>
            </a:r>
            <a:r>
              <a:rPr lang="en-US" altLang="en-US" sz="2000"/>
              <a:t>Яндекс</a:t>
            </a:r>
            <a:r>
              <a:rPr lang="en-US" altLang="ru-RU" sz="2000"/>
              <a:t> </a:t>
            </a:r>
            <a:r>
              <a:rPr lang="en-US" altLang="en-US" sz="2000"/>
              <a:t>Вордста</a:t>
            </a:r>
            <a:r>
              <a:rPr lang="ru-RU" altLang="en-US" sz="2000"/>
              <a:t>т слова как разбогатеть гуглят по 20 000</a:t>
            </a:r>
            <a:endParaRPr lang="ru-RU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2227</Words>
  <Application>WPS Presentation</Application>
  <PresentationFormat>宽屏</PresentationFormat>
  <Paragraphs>51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Идеи для стартапа</vt:lpstr>
      <vt:lpstr>Приложение поиску напарника в играх</vt:lpstr>
      <vt:lpstr>Анализ</vt:lpstr>
      <vt:lpstr>Озучка книг ИИ</vt:lpstr>
      <vt:lpstr>Анализ</vt:lpstr>
      <vt:lpstr>AI-финансовый советник </vt:lpstr>
      <vt:lpstr>Анализ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Silver_Heart</cp:lastModifiedBy>
  <cp:revision>3</cp:revision>
  <dcterms:created xsi:type="dcterms:W3CDTF">2025-03-28T15:18:00Z</dcterms:created>
  <dcterms:modified xsi:type="dcterms:W3CDTF">2025-03-30T16:16:28Z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1049-12.2.0.20326</vt:lpwstr>
  </property>
  <property fmtid="{D5CDD505-2E9C-101B-9397-08002B2CF9AE}" pid="3" name="ICV">
    <vt:lpwstr>9CEA2F793F78477FA08B8B2DEE3573DA_12</vt:lpwstr>
  </property>
</Properties>
</file>