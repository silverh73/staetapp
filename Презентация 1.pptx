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5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00"/>
        <p:guide pos="381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Замещающее содержимое 3"/>
          <p:cNvSpPr/>
          <p:nvPr>
            <p:ph sz="quarter" idx="1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Замещающее содержимое 3"/>
          <p:cNvSpPr/>
          <p:nvPr>
            <p:ph sz="quarter" idx="1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Замещающее содержимое 3"/>
          <p:cNvSpPr/>
          <p:nvPr>
            <p:ph sz="quarter" idx="1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Замещающее содержимое 4"/>
          <p:cNvSpPr/>
          <p:nvPr>
            <p:ph sz="quarter" idx="1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Замещающее содержимое 3"/>
          <p:cNvSpPr/>
          <p:nvPr>
            <p:ph sz="quarter" idx="1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9" name="Таблица 8"/>
          <p:cNvGraphicFramePr/>
          <p:nvPr>
            <p:custDataLst>
              <p:tags r:id="rId2"/>
            </p:custDataLst>
          </p:nvPr>
        </p:nvGraphicFramePr>
        <p:xfrm>
          <a:off x="1384300" y="1434465"/>
          <a:ext cx="9383395" cy="4269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130"/>
                <a:gridCol w="1548765"/>
                <a:gridCol w="1548130"/>
                <a:gridCol w="1548130"/>
                <a:gridCol w="1546860"/>
                <a:gridCol w="1643380"/>
              </a:tblGrid>
              <a:tr h="1457960">
                <a:tc>
                  <a:txBody>
                    <a:bodyPr/>
                    <a:p>
                      <a:pPr>
                        <a:buNone/>
                      </a:pPr>
                      <a:endParaRPr lang="ru-RU" altLang="en-US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ru-RU"/>
                        <a:t>Удобный дизайн</a:t>
                      </a:r>
                      <a:endParaRPr lang="ru-RU" altLang="ru-RU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Подкачка библиотек</a:t>
                      </a:r>
                      <a:endParaRPr lang="ru-RU" altLang="en-US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Заявки на игру</a:t>
                      </a:r>
                      <a:endParaRPr lang="ru-RU" altLang="en-US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Тест на тип личности</a:t>
                      </a:r>
                      <a:endParaRPr lang="ru-RU" altLang="en-US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Языки помимо англ</a:t>
                      </a:r>
                      <a:endParaRPr lang="ru-RU" altLang="en-US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</a:tr>
              <a:tr h="9366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/>
                        <a:t>GameTree</a:t>
                      </a:r>
                      <a:endParaRPr lang="en-US" altLang="ru-RU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ru-RU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9378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/>
                        <a:t>Plink</a:t>
                      </a:r>
                      <a:endParaRPr lang="en-US" altLang="ru-RU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  </a:t>
                      </a:r>
                      <a:endParaRPr lang="ru-RU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9366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/>
                        <a:t>eMateBot</a:t>
                      </a:r>
                      <a:endParaRPr lang="en-US" altLang="ru-RU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0" name="L-образный 9"/>
          <p:cNvSpPr/>
          <p:nvPr/>
        </p:nvSpPr>
        <p:spPr>
          <a:xfrm rot="18780000">
            <a:off x="3571240" y="3096895"/>
            <a:ext cx="304800" cy="285750"/>
          </a:xfrm>
          <a:prstGeom prst="corne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1" name="L-образный 10"/>
          <p:cNvSpPr/>
          <p:nvPr/>
        </p:nvSpPr>
        <p:spPr>
          <a:xfrm rot="18780000">
            <a:off x="8173085" y="3176270"/>
            <a:ext cx="304800" cy="285750"/>
          </a:xfrm>
          <a:prstGeom prst="corne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/>
              <a:t> </a:t>
            </a:r>
            <a:endParaRPr lang="ru-RU" altLang="en-US"/>
          </a:p>
        </p:txBody>
      </p:sp>
      <p:sp>
        <p:nvSpPr>
          <p:cNvPr id="12" name="L-образный 11"/>
          <p:cNvSpPr/>
          <p:nvPr/>
        </p:nvSpPr>
        <p:spPr>
          <a:xfrm rot="18780000">
            <a:off x="3571240" y="4086225"/>
            <a:ext cx="304800" cy="285750"/>
          </a:xfrm>
          <a:prstGeom prst="corne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3" name="L-образный 12"/>
          <p:cNvSpPr/>
          <p:nvPr/>
        </p:nvSpPr>
        <p:spPr>
          <a:xfrm rot="18780000">
            <a:off x="5116195" y="4086225"/>
            <a:ext cx="304800" cy="285750"/>
          </a:xfrm>
          <a:prstGeom prst="corne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4" name="L-образный 13"/>
          <p:cNvSpPr/>
          <p:nvPr/>
        </p:nvSpPr>
        <p:spPr>
          <a:xfrm rot="18780000">
            <a:off x="9779635" y="5045075"/>
            <a:ext cx="304800" cy="285750"/>
          </a:xfrm>
          <a:prstGeom prst="corne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6" name="Умножить 15"/>
          <p:cNvSpPr/>
          <p:nvPr/>
        </p:nvSpPr>
        <p:spPr>
          <a:xfrm>
            <a:off x="5010150" y="3061335"/>
            <a:ext cx="466725" cy="466725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7" name="Умножить 16"/>
          <p:cNvSpPr/>
          <p:nvPr/>
        </p:nvSpPr>
        <p:spPr>
          <a:xfrm>
            <a:off x="6563995" y="3099435"/>
            <a:ext cx="466725" cy="466725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8" name="Умножить 17"/>
          <p:cNvSpPr/>
          <p:nvPr/>
        </p:nvSpPr>
        <p:spPr>
          <a:xfrm>
            <a:off x="9620250" y="3110230"/>
            <a:ext cx="466725" cy="466725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9" name="Умножить 18"/>
          <p:cNvSpPr/>
          <p:nvPr/>
        </p:nvSpPr>
        <p:spPr>
          <a:xfrm>
            <a:off x="6554470" y="4080510"/>
            <a:ext cx="466725" cy="466725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0" name="Умножить 19"/>
          <p:cNvSpPr/>
          <p:nvPr/>
        </p:nvSpPr>
        <p:spPr>
          <a:xfrm>
            <a:off x="8098790" y="4020185"/>
            <a:ext cx="466725" cy="466725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1" name="Умножить 20"/>
          <p:cNvSpPr/>
          <p:nvPr/>
        </p:nvSpPr>
        <p:spPr>
          <a:xfrm>
            <a:off x="9673590" y="4080510"/>
            <a:ext cx="466725" cy="466725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2" name="Умножить 21"/>
          <p:cNvSpPr/>
          <p:nvPr/>
        </p:nvSpPr>
        <p:spPr>
          <a:xfrm>
            <a:off x="3515360" y="5009515"/>
            <a:ext cx="466725" cy="466725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3" name="Умножить 22"/>
          <p:cNvSpPr/>
          <p:nvPr/>
        </p:nvSpPr>
        <p:spPr>
          <a:xfrm>
            <a:off x="5060315" y="4958715"/>
            <a:ext cx="466725" cy="466725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4" name="Умножить 23"/>
          <p:cNvSpPr/>
          <p:nvPr/>
        </p:nvSpPr>
        <p:spPr>
          <a:xfrm>
            <a:off x="8138795" y="4928235"/>
            <a:ext cx="466725" cy="466725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5" name="L-образный 24"/>
          <p:cNvSpPr/>
          <p:nvPr/>
        </p:nvSpPr>
        <p:spPr>
          <a:xfrm rot="18780000">
            <a:off x="6680835" y="4994275"/>
            <a:ext cx="304800" cy="285750"/>
          </a:xfrm>
          <a:prstGeom prst="corner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ru-RU" altLang="en-US"/>
              <a:t> </a:t>
            </a:r>
            <a:endParaRPr lang="ru-RU" altLang="en-US"/>
          </a:p>
        </p:txBody>
      </p:sp>
      <p:sp>
        <p:nvSpPr>
          <p:cNvPr id="27" name="Замещающее содержимое 26"/>
          <p:cNvSpPr/>
          <p:nvPr>
            <p:ph sz="quarter" idx="13"/>
          </p:nvPr>
        </p:nvSpPr>
        <p:spPr>
          <a:xfrm>
            <a:off x="-196850" y="2038985"/>
            <a:ext cx="12586335" cy="2447925"/>
          </a:xfrm>
        </p:spPr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38*336"/>
  <p:tag name="TABLE_ENDDRAG_RECT" val="109*112*738*33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WPS Presentation</Application>
  <PresentationFormat>宽屏</PresentationFormat>
  <Paragraphs>22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Silver_Heart</cp:lastModifiedBy>
  <cp:revision>5</cp:revision>
  <dcterms:created xsi:type="dcterms:W3CDTF">2025-05-26T14:59:53Z</dcterms:created>
  <dcterms:modified xsi:type="dcterms:W3CDTF">2025-05-26T15:32:51Z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1049-12.2.0.21179</vt:lpwstr>
  </property>
  <property fmtid="{D5CDD505-2E9C-101B-9397-08002B2CF9AE}" pid="3" name="ICV">
    <vt:lpwstr>26C976F9EEEB4E3BAF484A8BD5911E8A_13</vt:lpwstr>
  </property>
</Properties>
</file>